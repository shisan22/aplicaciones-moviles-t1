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0425" y="5339655"/>
            <a:ext cx="53911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76900" y="603944"/>
            <a:ext cx="8382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600688" y="1842194"/>
            <a:ext cx="499062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0DB4F"/>
                </a:solidFill>
                <a:latin typeface="Urbanist"/>
                <a:ea typeface="Urbanist"/>
                <a:cs typeface="Urbanist"/>
                <a:sym typeface="Urbanist"/>
              </a:rPr>
              <a:t>Async / Await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 JavaScript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90950" y="4166294"/>
            <a:ext cx="46101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CDCFE"/>
                </a:solidFill>
                <a:latin typeface="Urbanist"/>
                <a:ea typeface="Urbanist"/>
                <a:cs typeface="Urbanist"/>
                <a:sym typeface="Urbanist"/>
              </a:rPr>
              <a:t>Dominando la asincronía moderna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95450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0DB4F"/>
                </a:solidFill>
                <a:latin typeface="Urbanist"/>
                <a:ea typeface="Urbanist"/>
                <a:cs typeface="Urbanist"/>
                <a:sym typeface="Urbanist"/>
              </a:rPr>
              <a:t>La Evolución Asíncrona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381000" y="1104900"/>
            <a:ext cx="11430000" cy="19050"/>
          </a:xfrm>
          <a:prstGeom prst="rect">
            <a:avLst/>
          </a:prstGeom>
          <a:solidFill>
            <a:srgbClr val="3E3E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23900" y="1848802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1847850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Callbacks: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El inicio. Propenso al "Callback Hell" y difícil de leer.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23900" y="2804874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2803921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Promesas (ES6):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Mejor estructura con .then() y .catch(), pero aún verboso.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23900" y="3760946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759993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Async / Await (ES8):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Azúcar sintáctico sobre promesas. Permite escribir código asíncrono que parece síncrono.</a:t>
            </a:r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6475" y="2095250"/>
            <a:ext cx="5924548" cy="3266110"/>
          </a:xfrm>
          <a:prstGeom prst="rect">
            <a:avLst/>
          </a:prstGeom>
          <a:noFill/>
          <a:ln w="9525" cap="flat" cmpd="sng">
            <a:solidFill>
              <a:srgbClr val="F0DB4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695450"/>
            <a:ext cx="552450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95450"/>
            <a:ext cx="55245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0DB4F"/>
                </a:solidFill>
                <a:latin typeface="Urbanist"/>
                <a:ea typeface="Urbanist"/>
                <a:cs typeface="Urbanist"/>
                <a:sym typeface="Urbanist"/>
              </a:rPr>
              <a:t>Conceptos Fundamentales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381000" y="1104900"/>
            <a:ext cx="11430000" cy="19050"/>
          </a:xfrm>
          <a:prstGeom prst="rect">
            <a:avLst/>
          </a:prstGeom>
          <a:solidFill>
            <a:srgbClr val="3E3E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28650" y="1943100"/>
            <a:ext cx="52806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CDCFE"/>
                </a:solidFill>
                <a:latin typeface="Urbanist"/>
                <a:ea typeface="Urbanist"/>
                <a:cs typeface="Urbanist"/>
                <a:sym typeface="Urbanist"/>
              </a:rPr>
              <a:t>Palabra Clave: async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28650" y="2619375"/>
            <a:ext cx="50292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 coloca antes de una función. Asegura que la función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siempre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retorne una promesa. Si la función retorna un valor, JavaScript lo envuelve automáticamente en una promesa resuelta.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534150" y="1943100"/>
            <a:ext cx="52806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CDCFE"/>
                </a:solidFill>
                <a:latin typeface="Urbanist"/>
                <a:ea typeface="Urbanist"/>
                <a:cs typeface="Urbanist"/>
                <a:sym typeface="Urbanist"/>
              </a:rPr>
              <a:t>Palabra Clave: await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34150" y="2619375"/>
            <a:ext cx="50292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Solo funciona dentro de funciones async. Hace que JavaScript espere hasta que la promesa se resuelva y retorna su resultado. Pausa la ejecución de la función sin bloquear el hilo principal.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19716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1971675"/>
            <a:ext cx="17145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695450"/>
            <a:ext cx="552450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95450"/>
            <a:ext cx="55245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0DB4F"/>
                </a:solidFill>
                <a:latin typeface="Urbanist"/>
                <a:ea typeface="Urbanist"/>
                <a:cs typeface="Urbanist"/>
                <a:sym typeface="Urbanist"/>
              </a:rPr>
              <a:t>Comparación de Sintaxis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381000" y="1104900"/>
            <a:ext cx="11430000" cy="19050"/>
          </a:xfrm>
          <a:prstGeom prst="rect">
            <a:avLst/>
          </a:prstGeom>
          <a:solidFill>
            <a:srgbClr val="3E3E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628650" y="1943100"/>
            <a:ext cx="52806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CDCFE"/>
                </a:solidFill>
                <a:latin typeface="Urbanist"/>
                <a:ea typeface="Urbanist"/>
                <a:cs typeface="Urbanist"/>
                <a:sym typeface="Urbanist"/>
              </a:rPr>
              <a:t>Promesas Tradicionales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28650" y="2619375"/>
            <a:ext cx="5029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Uso de cadenas .then()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534150" y="1943100"/>
            <a:ext cx="52806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CDCFE"/>
                </a:solidFill>
                <a:latin typeface="Urbanist"/>
                <a:ea typeface="Urbanist"/>
                <a:cs typeface="Urbanist"/>
                <a:sym typeface="Urbanist"/>
              </a:rPr>
              <a:t>Async / Await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534150" y="2619375"/>
            <a:ext cx="5029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Estilo síncrono y limpio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19314"/>
            <a:ext cx="4953000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571500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0DB4F"/>
                </a:solidFill>
                <a:latin typeface="Urbanist"/>
                <a:ea typeface="Urbanist"/>
                <a:cs typeface="Urbanist"/>
                <a:sym typeface="Urbanist"/>
              </a:rPr>
              <a:t>Manejo de Errores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225296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 async/await, las promesas rechazadas lanzan una excepción.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3323332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Utilizamos el bloque estándar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try / catch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para manejar estos errores, unificando la gestión de errores síncronos y asíncronos en una sola estructura.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695450"/>
            <a:ext cx="11430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0DB4F"/>
                </a:solidFill>
                <a:latin typeface="Urbanist"/>
                <a:ea typeface="Urbanist"/>
                <a:cs typeface="Urbanist"/>
                <a:sym typeface="Urbanist"/>
              </a:rPr>
              <a:t>Secuencial vs. Paralelo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381000" y="1104900"/>
            <a:ext cx="11430000" cy="19050"/>
          </a:xfrm>
          <a:prstGeom prst="rect">
            <a:avLst/>
          </a:prstGeom>
          <a:solidFill>
            <a:srgbClr val="3E3E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81000" y="1905000"/>
            <a:ext cx="1143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Un error común es usar await en bucles o secuencialmente cuando las tareas no dependen entre sí. Usa Promise.all() para concurrencia.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381000" y="4642246"/>
            <a:ext cx="11430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Ejemplo: Obteniendo 3 recursos independientes que tardan 1s cada uno.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0DB4F"/>
                </a:solidFill>
                <a:latin typeface="Urbanist"/>
                <a:ea typeface="Urbanist"/>
                <a:cs typeface="Urbanist"/>
                <a:sym typeface="Urbanist"/>
              </a:rPr>
              <a:t>Buenas Prácticas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381000" y="1104900"/>
            <a:ext cx="11430000" cy="19050"/>
          </a:xfrm>
          <a:prstGeom prst="rect">
            <a:avLst/>
          </a:prstGeom>
          <a:solidFill>
            <a:srgbClr val="3E3E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857250" y="1695450"/>
            <a:ext cx="10953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Usa bloques try/catch: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No dejes promesas sin manejar errores, pueden detener tu aplicación.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57250" y="2299245"/>
            <a:ext cx="109537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Paraleliza cuando sea posible: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Si dos await no dependen el uno del otro, dispáralos juntos con Promise.all.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57250" y="3268712"/>
            <a:ext cx="109537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Retorna promesas directamente: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Si es la última línea de una función async, puedes retornar la promesa sin await para ahorrar un micro-tick.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57250" y="4238178"/>
            <a:ext cx="10953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Evita el "async" innecesario: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No conviertas una función en async si no vas a usar await dentro.</a:t>
            </a:r>
            <a:endParaRPr/>
          </a:p>
        </p:txBody>
      </p:sp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73831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342108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3311574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000" y="4281041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0DB4F"/>
                </a:solidFill>
                <a:latin typeface="Urbanist"/>
                <a:ea typeface="Urbanist"/>
                <a:cs typeface="Urbanist"/>
                <a:sym typeface="Urbanist"/>
              </a:rPr>
              <a:t>Fuentes Cibergráficas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381000" y="1104900"/>
            <a:ext cx="11430000" cy="19050"/>
          </a:xfrm>
          <a:prstGeom prst="rect">
            <a:avLst/>
          </a:prstGeom>
          <a:solidFill>
            <a:srgbClr val="3E3E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81000" y="1905000"/>
            <a:ext cx="5524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Recursos recomendados para profundizar en la programación asíncrona:</a:t>
            </a:r>
            <a:endParaRPr/>
          </a:p>
        </p:txBody>
      </p:sp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7435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31542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45648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952500" y="3013471"/>
            <a:ext cx="1571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MDN Web Docs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2295600" y="3077734"/>
            <a:ext cx="38766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Documentación oficial de Mozilla sobre Async/Await.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923925" y="4154537"/>
            <a:ext cx="1552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JavaScript.info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2619375" y="4096232"/>
            <a:ext cx="314134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Tutorial </a:t>
            </a:r>
            <a:r>
              <a:rPr lang="en-US" sz="1350" b="0" i="0" u="none" strike="noStrike" cap="none" dirty="0" err="1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detallado</a:t>
            </a:r>
            <a:r>
              <a:rPr lang="en-US" sz="1350" b="0" i="0" u="none" strike="noStrike" cap="none" dirty="0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 "The Modern JavaScript Tutorial".</a:t>
            </a:r>
            <a:endParaRPr dirty="0"/>
          </a:p>
        </p:txBody>
      </p:sp>
      <p:sp>
        <p:nvSpPr>
          <p:cNvPr id="182" name="Google Shape;182;p20"/>
          <p:cNvSpPr txBox="1"/>
          <p:nvPr/>
        </p:nvSpPr>
        <p:spPr>
          <a:xfrm>
            <a:off x="923925" y="5295602"/>
            <a:ext cx="2076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ECMAScript® Specs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3371850" y="5351977"/>
            <a:ext cx="28005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Especificación estándar oficial (TC39).</a:t>
            </a:r>
            <a:endParaRPr/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2349" y="1574837"/>
            <a:ext cx="5769898" cy="354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190500" y="2182117"/>
            <a:ext cx="1181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0DB4F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381000" y="3591817"/>
            <a:ext cx="11430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Gracias por su atención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214400" y="5197083"/>
            <a:ext cx="9763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CDCF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rgbClr val="9CDCFE"/>
                </a:solidFill>
                <a:latin typeface="Urbanist"/>
                <a:ea typeface="Urbanist"/>
                <a:cs typeface="Urbanist"/>
                <a:sym typeface="Urbanist"/>
              </a:rPr>
              <a:t>Aplicaciones-Moviles-t1</a:t>
            </a:r>
            <a:endParaRPr/>
          </a:p>
        </p:txBody>
      </p:sp>
      <p:pic>
        <p:nvPicPr>
          <p:cNvPr id="193" name="Google Shape;19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6475" y="4853983"/>
            <a:ext cx="2190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6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381000" y="381000"/>
            <a:ext cx="11811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0DB4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381000" y="1104900"/>
            <a:ext cx="11430000" cy="19050"/>
          </a:xfrm>
          <a:prstGeom prst="rect">
            <a:avLst/>
          </a:prstGeom>
          <a:solidFill>
            <a:srgbClr val="3E3E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381000" y="1695450"/>
            <a:ext cx="11430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381000" y="2480220"/>
            <a:ext cx="11430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81000" y="2470695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381000" y="2470695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381000" y="3453556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81000" y="3453556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8448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1476375" y="1838325"/>
            <a:ext cx="10334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https://media.easy-peasy.ai/27feb2bb-aeb4-4a83-9fb6-8f3f2a15885e/300742c5-c325-4597-81f8-6518c9e8644f_medium.webp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1476375" y="2084040"/>
            <a:ext cx="10334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easy-peasy.ai</a:t>
            </a:r>
            <a:endParaRPr/>
          </a:p>
        </p:txBody>
      </p:sp>
      <p:pic>
        <p:nvPicPr>
          <p:cNvPr id="210" name="Google Shape;21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7287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1476375" y="2623095"/>
            <a:ext cx="10334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https://img.freepik.com/premium-photo/data-safety-cyber-security-concept-with-digital-graphic-glowing-blue-shield-symbol-with-keyhole-surrounded-abstract-blue-yellow-circles-3d-rendering_670147-1742.jpg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476375" y="3066901"/>
            <a:ext cx="10334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  <p:pic>
        <p:nvPicPr>
          <p:cNvPr id="213" name="Google Shape;21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36125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1476375" y="3605956"/>
            <a:ext cx="10334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https://digital.library.unt.edu/ark:/67531/metadc702808/m1/1/med_res/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1476375" y="3851671"/>
            <a:ext cx="10334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digital.library.unt.edu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Panorámica</PresentationFormat>
  <Paragraphs>48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Urbanist</vt:lpstr>
      <vt:lpstr>Urbanist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Eban balentine</cp:lastModifiedBy>
  <cp:revision>1</cp:revision>
  <dcterms:modified xsi:type="dcterms:W3CDTF">2026-01-27T14:01:23Z</dcterms:modified>
</cp:coreProperties>
</file>